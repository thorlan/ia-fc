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E319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F2A541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Trabalhando melhor com IA no desenvolvimento de software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contexto, MCP e o workflow de Product Requirement Prompts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encontro Quick Wins com IA — 29/07/2025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real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erra: não é (só) o modelo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99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783080"/>
            <a:ext cx="502920" cy="50292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423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8163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contexto dinâmico &gt; prompt estático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5544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2440" y="2423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de contexto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28163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ativos que sustentam o projeto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9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6177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&amp; Context7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01091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 IA a fontes externas de documentação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37490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99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977640"/>
            <a:ext cx="502920" cy="50292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46177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contexto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80560" y="501091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sliding window e o trade-off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37490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9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3977640"/>
            <a:ext cx="502920" cy="50292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92440" y="46177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92440" y="501091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 Prompt: da feature ao código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não está "somente" no modelo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falhas em sistemas com LLM não ocorre porque o modelo é ruim — mas porque o contexto, as instruções ou as ferramentas não foram entregues do jeito certo.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074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9718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E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47472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instruções textuais estáticas.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"achar as palavras certas".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prompt isolado, sem memória do projeto.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2743200"/>
            <a:ext cx="5074920" cy="3200400"/>
          </a:xfrm>
          <a:prstGeom prst="roundRect">
            <a:avLst>
              <a:gd name="adj" fmla="val 2857"/>
            </a:avLst>
          </a:prstGeom>
          <a:solidFill>
            <a:srgbClr val="2E319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9718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347472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contextos dinâmicos e múltiplas fontes.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 a informação certa, no formato ideal.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cada chat novo como um dev recém-contratado.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de contexto são ativos de longo prazo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testes automatizados protegem o software com o tempo, os documentos de contexto ajudam a minimizar o aumento da complexidade do projeto.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252A5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4B"/>
                </a:solidFill>
              </a:rPr>
              <a:t>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633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/ Memories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0358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lembretes que o agente sempre aplica (ex: .github/copilot-instructions.md, CLAUDE.md)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252A5E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4B"/>
                </a:solidFill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4050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chat novo = novo dev contratado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4531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no que esse "desenvolvedor" precisa em mãos para entregar a tarefa com eficiência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documentos essenciais para ampliar o contexto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319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Geral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(o quê) + Técnica (stack, arquitetura)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/ Libs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93592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das bibliotecas de terceiros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3192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64224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que a IA sempre deve seguir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51976" y="1234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34856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9134856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34856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34856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rodar + índice para toda a documentação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319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389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4846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cada arquitetura/lib foi escolhida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10712" y="36118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93592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3593592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93592" y="4389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 → Tarefa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593592" y="4846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e TODO list detalhada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81344" y="36118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64224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3192"/>
          </a:solidFill>
          <a:ln/>
        </p:spPr>
      </p:sp>
      <p:sp>
        <p:nvSpPr>
          <p:cNvPr id="35" name="Text 33"/>
          <p:cNvSpPr/>
          <p:nvPr/>
        </p:nvSpPr>
        <p:spPr>
          <a:xfrm>
            <a:off x="6364224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4224" y="4389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state.local.md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64224" y="48463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projeto está agora, para retomar o contexto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desenvolvimento com 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Baseadas em 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
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
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GitHub Copilot
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55448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288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CLI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
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
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e Context7: conectando a IA a fontes externas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reúne documentação oficial de libs e frameworks. Via MCP, a IA consulta essa base diretamente, em vez de depender só do treinamento ou de copy-paste manual.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252A5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974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560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servidor MCP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95351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context7 https://mcp.context7.com/mcp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252A5E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0233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8862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Entrar no projeto e iniciar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427939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~/Project &amp;&amp; claude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252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34924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49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52120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 documentação das libs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560527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Analisar src/ + requirements.txt, buscar docs via Context7, salvar em /docs/libs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doc muda rápido demais: clone o repositório oficial na versão usada e gere a documentação a partir do código real.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contexto: o limite que ninguém pode ignorar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contexto em modelos como Gemini 2.5 Pro / GPT-4.1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34840" y="14630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600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chat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617720" y="2286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tarefa/subtarefa — reduz risco de inconsistência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1600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0" y="2286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contexto = mais precisão, mas mais tokens consumidos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a sliding window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mais recentes empurram os mais antigos para fora da memória ativa.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contexto também consomem tokens ao serem lidos.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Instrua a IA a consultar só os documentos relevantes para a tarefa atual.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PRP: Product Requirement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“Um PRD + inteligência de base de código curada + agente/runbook — o pacote mínimo viável que uma IA precisa para gerar código pronto para produção já na primeira tentativa.”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252A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429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PRP não substitui o documento de feature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compila a feature em uma estrutura executável, com menos ambiguidade.
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de "implemente esta feature" (aberto) para um prompt operacional.
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contexto, critérios de sucesso, tarefas e validação — reduz improviso do agente.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github.com/Wirasm/PRPs-agentic-eng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descreve contexto, objetivo e exemplos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33472" y="33832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62072" y="210312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2E3192"/>
          </a:solidFill>
          <a:ln/>
        </p:spPr>
      </p:sp>
      <p:sp>
        <p:nvSpPr>
          <p:cNvPr id="9" name="Text 7"/>
          <p:cNvSpPr/>
          <p:nvPr/>
        </p:nvSpPr>
        <p:spPr>
          <a:xfrm>
            <a:off x="2999232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99232" y="2788920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generate-prp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9232" y="356616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gera o PRP a partir da feature + contexto do projeto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5464" y="33832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84064" y="210312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5221224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21224" y="2788920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humana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21224" y="356616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arquivos, plano e critérios de sucesso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77456" y="33832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06056" y="210312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2E3192"/>
          </a:solidFill>
          <a:ln/>
        </p:spPr>
      </p:sp>
      <p:sp>
        <p:nvSpPr>
          <p:cNvPr id="19" name="Text 17"/>
          <p:cNvSpPr/>
          <p:nvPr/>
        </p:nvSpPr>
        <p:spPr>
          <a:xfrm>
            <a:off x="7443216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43216" y="2788920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execute-prp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43216" y="356616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implementa tarefa por tarefa, validando a cada passo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69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8048" y="210312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2E3192"/>
          </a:solidFill>
          <a:ln/>
        </p:spPr>
      </p:sp>
      <p:sp>
        <p:nvSpPr>
          <p:cNvPr id="24" name="Text 22"/>
          <p:cNvSpPr/>
          <p:nvPr/>
        </p:nvSpPr>
        <p:spPr>
          <a:xfrm>
            <a:off x="9665208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65208" y="2788920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&amp; code 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65208" y="356616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final antes do merge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PRP transfere responsabilidade técnica para a IA — revisão humana continua obrigatória em cada etapa de risco.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um PRP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435608"/>
            <a:ext cx="411480" cy="41148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/ Why / What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Objetivo, motivo e escopo funcional da feature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435608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8848" y="19659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98848" y="242316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verificáveis de sucesso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234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1435608"/>
            <a:ext cx="411480" cy="41148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48" y="19659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Needed Context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56448" y="242316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Arquivos, docs, URLs e ADRs relevantes — nada a mais, nada a menos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50208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4805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Gotchas &amp; Anti-patterns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93776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 conhecidas que o agente deve evitar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98848" y="3950208"/>
            <a:ext cx="411480" cy="41148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98848" y="44805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Blueprint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98848" y="493776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dados, tarefas, pseudocódigo, tree atual → futura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3749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99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56448" y="3950208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8156448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56448" y="44805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Loop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156448" y="493776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lint, testes e validação funcional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PRP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2E319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começar amanhã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4B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contexto geral (produto + técnico) do seu projeto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0428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4B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2585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as guidelines em .github/copilot-instructions.md (ou CLAUDE.md)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96265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62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4B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91693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as libs de terceiros com apoio de Context7/MCP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62102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4B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57530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decisões em ADRs antes de trocar de tecnologia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27939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79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4B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2336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documento de feature e gere seu primeiro PRP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4B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8920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revise o PRP antes de executar — governança é sua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Dúvidas e ideias são bem-vindas.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2026-07-10T00:07:47Z</dcterms:created>
  <dcterms:modified xsi:type="dcterms:W3CDTF">2026-07-10T00:07:47Z</dcterms:modified>
</cp:coreProperties>
</file>